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42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ba9b225b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ba9b225b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ba9b225b5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ba9b225b5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ba9b225b5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ba9b225b5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ba9b225b5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ba9b225b5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9ba9b225b5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9ba9b225b5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ba9b225b5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9ba9b225b5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ba9b225b5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ba9b225b5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ba9b225b5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ba9b225b5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ba9b225b5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ba9b225b5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ba9b225b5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9ba9b225b5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Bayesian Cognitive Model Checking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Niek Stevenson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Four ways of model checking	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nl">
                <a:solidFill>
                  <a:schemeClr val="dk1"/>
                </a:solidFill>
              </a:rPr>
              <a:t>Probability of a response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nl">
                <a:solidFill>
                  <a:schemeClr val="dk1"/>
                </a:solidFill>
              </a:rPr>
              <a:t>Checks model implementation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nl">
                <a:solidFill>
                  <a:schemeClr val="dk1"/>
                </a:solidFill>
              </a:rPr>
              <a:t>Profile plots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nl">
                <a:solidFill>
                  <a:schemeClr val="dk1"/>
                </a:solidFill>
              </a:rPr>
              <a:t>pseudo-checks model identifiability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nl">
                <a:solidFill>
                  <a:schemeClr val="dk1"/>
                </a:solidFill>
              </a:rPr>
              <a:t>Recovery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nl">
                <a:solidFill>
                  <a:schemeClr val="dk1"/>
                </a:solidFill>
              </a:rPr>
              <a:t>pseudo-checks estimator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nl">
                <a:solidFill>
                  <a:schemeClr val="dk1"/>
                </a:solidFill>
              </a:rPr>
              <a:t>(pseudo-)checks model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nl">
                <a:solidFill>
                  <a:schemeClr val="dk1"/>
                </a:solidFill>
              </a:rPr>
              <a:t>Checks interpretability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nl">
                <a:solidFill>
                  <a:schemeClr val="dk1"/>
                </a:solidFill>
              </a:rPr>
              <a:t>Simulation Based Calibration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nl">
                <a:solidFill>
                  <a:schemeClr val="dk1"/>
                </a:solidFill>
              </a:rPr>
              <a:t>Checks model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nl">
                <a:solidFill>
                  <a:schemeClr val="dk1"/>
                </a:solidFill>
              </a:rPr>
              <a:t>Checks sampler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nl">
                <a:solidFill>
                  <a:schemeClr val="dk1"/>
                </a:solidFill>
              </a:rPr>
              <a:t>Does not check interpretability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Probability of a response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nl">
                <a:solidFill>
                  <a:schemeClr val="dk1"/>
                </a:solidFill>
              </a:rPr>
              <a:t>Probability A wins over B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nl">
                <a:solidFill>
                  <a:schemeClr val="dk1"/>
                </a:solidFill>
              </a:rPr>
              <a:t>Integrate densities over time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nl">
                <a:solidFill>
                  <a:schemeClr val="dk1"/>
                </a:solidFill>
              </a:rPr>
              <a:t>Should match simulated data up to Monte Carlo error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nl">
                <a:solidFill>
                  <a:schemeClr val="dk1"/>
                </a:solidFill>
              </a:rPr>
              <a:t>Verifies likelihood and simulator match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nl">
                <a:solidFill>
                  <a:schemeClr val="dk1"/>
                </a:solidFill>
              </a:rPr>
              <a:t>Not parameter dependent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331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Profile plots	</a:t>
            </a:r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311700" y="55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nl">
                <a:solidFill>
                  <a:schemeClr val="dk1"/>
                </a:solidFill>
              </a:rPr>
              <a:t>Define a set of true parameters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nl">
                <a:solidFill>
                  <a:schemeClr val="dk1"/>
                </a:solidFill>
              </a:rPr>
              <a:t>With those generate lots of data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nl">
                <a:solidFill>
                  <a:schemeClr val="dk1"/>
                </a:solidFill>
              </a:rPr>
              <a:t>Per parameter: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nl">
                <a:solidFill>
                  <a:schemeClr val="dk1"/>
                </a:solidFill>
              </a:rPr>
              <a:t>Take small perturbations around the true value of one parameter, keeping the others constant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nl">
                <a:solidFill>
                  <a:schemeClr val="dk1"/>
                </a:solidFill>
              </a:rPr>
              <a:t>Calculate the likelihood for these new values (it should be lower than the true value)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nl">
                <a:solidFill>
                  <a:schemeClr val="dk1"/>
                </a:solidFill>
              </a:rPr>
              <a:t>Do this for each parameter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331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Profile plots	</a:t>
            </a:r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311700" y="55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nl">
                <a:solidFill>
                  <a:schemeClr val="dk1"/>
                </a:solidFill>
              </a:rPr>
              <a:t>Define a set of true parameters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nl">
                <a:solidFill>
                  <a:schemeClr val="dk1"/>
                </a:solidFill>
              </a:rPr>
              <a:t>With those generate lots of data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nl">
                <a:solidFill>
                  <a:schemeClr val="dk1"/>
                </a:solidFill>
              </a:rPr>
              <a:t>Per parameter: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nl">
                <a:solidFill>
                  <a:schemeClr val="dk1"/>
                </a:solidFill>
              </a:rPr>
              <a:t>Take small perturbations around the true value of one parameter, keeping the others constant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nl">
                <a:solidFill>
                  <a:schemeClr val="dk1"/>
                </a:solidFill>
              </a:rPr>
              <a:t>Calculate the likelihood for these new values (it should be lower than the true value)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nl">
                <a:solidFill>
                  <a:schemeClr val="dk1"/>
                </a:solidFill>
              </a:rPr>
              <a:t>Do this for each parameter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8050" y="2299000"/>
            <a:ext cx="5359283" cy="284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Recovery</a:t>
            </a:r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nl">
                <a:solidFill>
                  <a:schemeClr val="dk1"/>
                </a:solidFill>
              </a:rPr>
              <a:t>Define a set of true parameters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nl">
                <a:solidFill>
                  <a:schemeClr val="dk1"/>
                </a:solidFill>
              </a:rPr>
              <a:t>With those generate lots of data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nl">
                <a:solidFill>
                  <a:schemeClr val="dk1"/>
                </a:solidFill>
              </a:rPr>
              <a:t>Estimate the model on that data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nl">
                <a:solidFill>
                  <a:schemeClr val="dk1"/>
                </a:solidFill>
              </a:rPr>
              <a:t>It should return the true values!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nl">
                <a:solidFill>
                  <a:schemeClr val="dk1"/>
                </a:solidFill>
              </a:rPr>
              <a:t>Tells us about parameter trade-offs and unidentifiability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Recovery</a:t>
            </a:r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93" name="Google Shape;9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050" y="1065175"/>
            <a:ext cx="7448550" cy="377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dirty="0"/>
              <a:t>SBC</a:t>
            </a:r>
            <a:endParaRPr dirty="0"/>
          </a:p>
        </p:txBody>
      </p:sp>
      <p:sp>
        <p:nvSpPr>
          <p:cNvPr id="99" name="Google Shape;99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nl">
                <a:solidFill>
                  <a:schemeClr val="dk1"/>
                </a:solidFill>
              </a:rPr>
              <a:t>Define a prior 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nl">
                <a:solidFill>
                  <a:schemeClr val="dk1"/>
                </a:solidFill>
              </a:rPr>
              <a:t>Draw n parameter sets from this prior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nl">
                <a:solidFill>
                  <a:schemeClr val="dk1"/>
                </a:solidFill>
              </a:rPr>
              <a:t>Generate n data-sets from this prior 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nl">
                <a:solidFill>
                  <a:schemeClr val="dk1"/>
                </a:solidFill>
              </a:rPr>
              <a:t>Estimate your Bayesian model (same prior) on these data-sets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nl">
                <a:solidFill>
                  <a:schemeClr val="dk1"/>
                </a:solidFill>
              </a:rPr>
              <a:t>The generating prior value for n, should equally likely fall in any percentile of posterior n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nl">
                <a:solidFill>
                  <a:schemeClr val="dk1"/>
                </a:solidFill>
              </a:rPr>
              <a:t>View the posterior as a probability distribution. The 1st percentile of a distribution, is equally likely as the 2nd, and the 50th etc. (definition of a percentile). 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nl">
                <a:solidFill>
                  <a:schemeClr val="dk1"/>
                </a:solidFill>
              </a:rPr>
              <a:t>Identifies model and estimator misspecification!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nl" dirty="0"/>
              <a:t>SBC</a:t>
            </a:r>
            <a:endParaRPr dirty="0"/>
          </a:p>
        </p:txBody>
      </p:sp>
      <p:sp>
        <p:nvSpPr>
          <p:cNvPr id="105" name="Google Shape;105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nl">
                <a:solidFill>
                  <a:schemeClr val="dk1"/>
                </a:solidFill>
              </a:rPr>
              <a:t>Plotting the percentiles/ranks of the prior on the posterior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6" name="Google Shape;10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126" y="1695049"/>
            <a:ext cx="6879124" cy="259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SBC </a:t>
            </a:r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nl">
                <a:solidFill>
                  <a:schemeClr val="dk1"/>
                </a:solidFill>
              </a:rPr>
              <a:t>Bin width matters! Therefore ECDF plots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nl">
                <a:solidFill>
                  <a:schemeClr val="dk1"/>
                </a:solidFill>
              </a:rPr>
              <a:t>Difference between expected uniform ranks, and the observed uniform ranks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3" name="Google Shape;11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475" y="1968625"/>
            <a:ext cx="7511598" cy="283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SBC</a:t>
            </a:r>
            <a:endParaRPr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20" name="Google Shape;12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29455"/>
            <a:ext cx="9144000" cy="2084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335</Words>
  <Application>Microsoft Macintosh PowerPoint</Application>
  <PresentationFormat>On-screen Show (16:9)</PresentationFormat>
  <Paragraphs>56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Simple Light</vt:lpstr>
      <vt:lpstr>Bayesian Cognitive Model Checking</vt:lpstr>
      <vt:lpstr>Four ways of model checking </vt:lpstr>
      <vt:lpstr>Probability of a response</vt:lpstr>
      <vt:lpstr>Profile plots </vt:lpstr>
      <vt:lpstr>Profile plots </vt:lpstr>
      <vt:lpstr>Recovery</vt:lpstr>
      <vt:lpstr>Recovery</vt:lpstr>
      <vt:lpstr>SBC</vt:lpstr>
      <vt:lpstr>SBC</vt:lpstr>
      <vt:lpstr>SBC </vt:lpstr>
      <vt:lpstr>SBC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Niek Stevenson</cp:lastModifiedBy>
  <cp:revision>1</cp:revision>
  <dcterms:modified xsi:type="dcterms:W3CDTF">2026-08-13T11:52:31Z</dcterms:modified>
</cp:coreProperties>
</file>